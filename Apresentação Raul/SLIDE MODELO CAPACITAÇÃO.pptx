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84" r:id="rId3"/>
    <p:sldId id="296" r:id="rId4"/>
  </p:sldIdLst>
  <p:sldSz cx="18288000" cy="10287000"/>
  <p:notesSz cx="6858000" cy="9947275"/>
  <p:embeddedFontLst>
    <p:embeddedFont>
      <p:font typeface="Gadugi" panose="020B0502040204020203" pitchFamily="34" charset="0"/>
      <p:regular r:id="rId6"/>
      <p:bold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16F70-1B2C-4CE8-88B6-44EF3E8189E5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8ACBE-8F90-4250-AB22-612544F002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557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1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08633" y="800100"/>
            <a:ext cx="9879367" cy="9484192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914400" y="800100"/>
            <a:ext cx="16459200" cy="86868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pt-BR" dirty="0"/>
              <a:t>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81000" y="3287932"/>
            <a:ext cx="15828923" cy="6408301"/>
            <a:chOff x="-2055090" y="358359"/>
            <a:chExt cx="21105230" cy="7349178"/>
          </a:xfrm>
        </p:grpSpPr>
        <p:sp>
          <p:nvSpPr>
            <p:cNvPr id="5" name="TextBox 5"/>
            <p:cNvSpPr txBox="1"/>
            <p:nvPr/>
          </p:nvSpPr>
          <p:spPr>
            <a:xfrm>
              <a:off x="161707" y="358359"/>
              <a:ext cx="18888433" cy="29707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080"/>
                </a:lnSpc>
              </a:pPr>
              <a:endParaRPr lang="en-US" sz="9600">
                <a:solidFill>
                  <a:srgbClr val="0081BF"/>
                </a:solidFill>
                <a:latin typeface="Open Sans Extra Bold Bold"/>
              </a:endParaRPr>
            </a:p>
            <a:p>
              <a:pPr algn="ctr">
                <a:lnSpc>
                  <a:spcPts val="10080"/>
                </a:lnSpc>
              </a:pPr>
              <a:endParaRPr lang="en-US" sz="9600">
                <a:solidFill>
                  <a:srgbClr val="0081BF"/>
                </a:solidFill>
                <a:latin typeface="Open Sans Extra Bold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2055090" y="6241335"/>
              <a:ext cx="8026400" cy="14662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endParaRPr lang="en-US" sz="2400" spc="12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</a:endParaRPr>
            </a:p>
            <a:p>
              <a:pPr algn="ctr">
                <a:lnSpc>
                  <a:spcPts val="3359"/>
                </a:lnSpc>
              </a:pPr>
              <a:endParaRPr lang="en-US" sz="2400" spc="120" dirty="0">
                <a:solidFill>
                  <a:srgbClr val="000000"/>
                </a:solidFill>
                <a:latin typeface="Open Sans"/>
              </a:endParaRPr>
            </a:p>
            <a:p>
              <a:pPr algn="ctr">
                <a:lnSpc>
                  <a:spcPts val="3359"/>
                </a:lnSpc>
              </a:pPr>
              <a:endParaRPr lang="en-US" sz="2400" spc="120" dirty="0">
                <a:solidFill>
                  <a:srgbClr val="000000"/>
                </a:solidFill>
                <a:latin typeface="Open Sans"/>
              </a:endParaRPr>
            </a:p>
          </p:txBody>
        </p:sp>
      </p:grpSp>
      <p:pic>
        <p:nvPicPr>
          <p:cNvPr id="12" name="Imagem 1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10FC3CD-FCB3-D80C-8E8E-E3E6BAC8C8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045" y="1498801"/>
            <a:ext cx="3007472" cy="1789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08633" y="800100"/>
            <a:ext cx="9879367" cy="9484192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914400" y="798443"/>
            <a:ext cx="16459200" cy="86868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pt-BR"/>
              <a:t> </a:t>
            </a:r>
            <a:endParaRPr lang="pt-BR" dirty="0"/>
          </a:p>
        </p:txBody>
      </p:sp>
      <p:sp>
        <p:nvSpPr>
          <p:cNvPr id="5" name="TextBox 5"/>
          <p:cNvSpPr txBox="1"/>
          <p:nvPr/>
        </p:nvSpPr>
        <p:spPr>
          <a:xfrm>
            <a:off x="2043598" y="3287932"/>
            <a:ext cx="14166325" cy="259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endParaRPr lang="en-US" sz="9600" dirty="0">
              <a:solidFill>
                <a:srgbClr val="0081BF"/>
              </a:solidFill>
              <a:latin typeface="Open Sans Extra Bold Bold"/>
            </a:endParaRPr>
          </a:p>
          <a:p>
            <a:pPr algn="ctr">
              <a:lnSpc>
                <a:spcPts val="10080"/>
              </a:lnSpc>
            </a:pPr>
            <a:endParaRPr lang="en-US" sz="9600" dirty="0">
              <a:solidFill>
                <a:srgbClr val="0081BF"/>
              </a:solidFill>
              <a:latin typeface="Open Sans Extra Bold Bold"/>
            </a:endParaRPr>
          </a:p>
        </p:txBody>
      </p:sp>
      <p:pic>
        <p:nvPicPr>
          <p:cNvPr id="11" name="Imagem 10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034A4C10-08AD-9AED-1BFE-CFE9BF22E4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20" y="726646"/>
            <a:ext cx="2962264" cy="176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59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08633" y="800100"/>
            <a:ext cx="9879367" cy="9484192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914400" y="835990"/>
            <a:ext cx="16459200" cy="86868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43598" y="3287932"/>
            <a:ext cx="14166325" cy="259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endParaRPr lang="en-US" sz="9600" dirty="0">
              <a:solidFill>
                <a:srgbClr val="0081BF"/>
              </a:solidFill>
              <a:latin typeface="Open Sans Extra Bold Bold"/>
            </a:endParaRPr>
          </a:p>
          <a:p>
            <a:pPr algn="ctr">
              <a:lnSpc>
                <a:spcPts val="10080"/>
              </a:lnSpc>
            </a:pPr>
            <a:endParaRPr lang="en-US" sz="9600" dirty="0">
              <a:solidFill>
                <a:srgbClr val="0081BF"/>
              </a:solidFill>
              <a:latin typeface="Open Sans Extra Bold Bold"/>
            </a:endParaRPr>
          </a:p>
        </p:txBody>
      </p:sp>
      <p:pic>
        <p:nvPicPr>
          <p:cNvPr id="11" name="Imagem 10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CE7E875E-5D8D-DC5D-0751-55D22794D2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151" y="994410"/>
            <a:ext cx="2012894" cy="119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9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3</Words>
  <Application>Microsoft Office PowerPoint</Application>
  <PresentationFormat>Personalizar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Gadugi</vt:lpstr>
      <vt:lpstr>Arial</vt:lpstr>
      <vt:lpstr>Open Sans</vt:lpstr>
      <vt:lpstr>Calibri</vt:lpstr>
      <vt:lpstr>Open Sans Extra Bold Bold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de Diretoria da ABAR</dc:title>
  <dc:creator>user</dc:creator>
  <cp:lastModifiedBy>user</cp:lastModifiedBy>
  <cp:revision>7</cp:revision>
  <cp:lastPrinted>2020-09-10T19:48:29Z</cp:lastPrinted>
  <dcterms:created xsi:type="dcterms:W3CDTF">2006-08-16T00:00:00Z</dcterms:created>
  <dcterms:modified xsi:type="dcterms:W3CDTF">2026-02-20T12:57:27Z</dcterms:modified>
  <dc:identifier>DAEFVShplBU</dc:identifier>
</cp:coreProperties>
</file>